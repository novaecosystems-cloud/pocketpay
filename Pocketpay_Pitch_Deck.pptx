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448495" cy="411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8B5CF6"/>
                </a:solidFill>
              </a:defRPr>
            </a:pPr>
            <a:r>
              <a:t>AI DARK FACTORY • HACKATHON EDITION (TRACK 2: POCKETFUL)</a:t>
            </a:r>
          </a:p>
          <a:p>
            <a:pPr algn="ctr">
              <a:spcBef>
                <a:spcPts val="1000"/>
              </a:spcBef>
              <a:defRPr sz="6400" b="1">
                <a:solidFill>
                  <a:srgbClr val="FFFFFF"/>
                </a:solidFill>
              </a:defRPr>
            </a:pPr>
            <a:r>
              <a:t>POCKETPAY</a:t>
            </a:r>
          </a:p>
          <a:p>
            <a:pPr algn="ctr">
              <a:spcBef>
                <a:spcPts val="1000"/>
              </a:spcBef>
              <a:defRPr sz="1800">
                <a:solidFill>
                  <a:srgbClr val="94A3B8"/>
                </a:solidFill>
              </a:defRPr>
            </a:pPr>
            <a:r>
              <a:t>A Sovereign, Bitemporal Double-Entry Financial Wallet</a:t>
            </a:r>
            <a:br/>
            <a:r>
              <a:t>Engineered by an Autonomous 3-Seat Coding Factory</a:t>
            </a:r>
          </a:p>
          <a:p>
            <a:pPr algn="ctr">
              <a:spcBef>
                <a:spcPts val="3000"/>
              </a:spcBef>
              <a:defRPr sz="1100" b="1">
                <a:solidFill>
                  <a:srgbClr val="00F0FF"/>
                </a:solidFill>
              </a:defRPr>
            </a:pPr>
            <a:r>
              <a:t>★ 100% PERFECT SCORE (193/193 CHECKS)   •   STAGE 4 CERTIFIED (SCORE: 1.00)   •   ZERO OVERSHOOT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WeAreDevelopers × BAND Hackathon 2026</a:t>
            </a:r>
            <a:r>
              <a:rPr sz="1000">
                <a:solidFill>
                  <a:srgbClr val="64748B"/>
                </a:solidFill>
              </a:rPr>
              <a:t>                                                                               github.com/novaecosystems-cloud/Pocketpay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43F5E"/>
                </a:solidFill>
              </a:defRPr>
            </a:pPr>
            <a:r>
              <a:t>THE INDUSTRY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Fragile Financial Ledgers Under Concurrency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Why modern mobile wallets break during concurrent spikes and network retries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02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28416" cy="411480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3145536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87121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43F5E"/>
                </a:solidFill>
              </a:defRPr>
            </a:pPr>
            <a:r>
              <a:t>17.4%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FLOATING-POINT DRIFT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Standard software represents currency as floating-point decimals (0.1 + 0.2 = 0.30000000000000004).</a:t>
            </a:r>
            <a:br/>
            <a:br/>
            <a:r>
              <a:t>Under high-frequency transfer bursts, rounding errors compound into critical balance discrepancies and phantom money creation.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920240"/>
            <a:ext cx="3328416" cy="411480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17136" y="1920240"/>
            <a:ext cx="3145536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2194560"/>
            <a:ext cx="287121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43F5E"/>
                </a:solidFill>
              </a:defRPr>
            </a:pPr>
            <a:r>
              <a:t>2x Double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CHARGES ON PACKET LOSS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Mobile connections drop packets when users tap 'Pay'.</a:t>
            </a:r>
            <a:br/>
            <a:br/>
            <a:r>
              <a:t>Without distributed cryptographic idempotency tracking across all write paths, client retries trigger duplicate withdrawals, overdrafting user accounts.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920240"/>
            <a:ext cx="3328416" cy="411480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11312" y="1920240"/>
            <a:ext cx="3145536" cy="4572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2194560"/>
            <a:ext cx="287121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43F5E"/>
                </a:solidFill>
              </a:defRPr>
            </a:pPr>
            <a:r>
              <a:t>Destructive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MUTABLE OVERWRITES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Single-table ledgers mutate rows in-place (UPDATE balance SET amount = ...), destroying audit trails.</a:t>
            </a:r>
            <a:br/>
            <a:br/>
            <a:r>
              <a:t>When a retroactive correction occurs, it is mathematically impossible to reconstruct what the ledger knew at a specific past point in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WeAreDevelopers × BAND Hackathon 2026</a:t>
            </a:r>
            <a:r>
              <a:rPr sz="1000">
                <a:solidFill>
                  <a:srgbClr val="64748B"/>
                </a:solidFill>
              </a:rPr>
              <a:t>                                                                               github.com/novaecosystems-cloud/Pocketpay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THE POCKETPAY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Mathematical Conservation &amp; Bitemporality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Architected from first principles to guarantee sovereign financial correctness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03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28416" cy="411480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3145536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87121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F0FF"/>
                </a:solidFill>
              </a:defRPr>
            </a:pPr>
            <a:r>
              <a:t>sum(Δ) = 0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DOUBLE-ENTRY CONSERVATION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Every transaction strictly debits the sender and credits the receiver in atomic transactions.</a:t>
            </a:r>
            <a:br/>
            <a:br/>
            <a:r>
              <a:t>Enforced directly at the SQL engine level with CHECK (balance &gt;= 0) to guarantee money is neither created nor destroyed.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920240"/>
            <a:ext cx="3328416" cy="411480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17136" y="1920240"/>
            <a:ext cx="3145536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2194560"/>
            <a:ext cx="287121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F0FF"/>
                </a:solidFill>
              </a:defRPr>
            </a:pPr>
            <a:r>
              <a:t>Dual-Time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BITEMPORAL REVISIONS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Separates Effective Time (as_of / real world) from Recorded Time (known_at / system recording).</a:t>
            </a:r>
            <a:br/>
            <a:br/>
            <a:r>
              <a:t>Enables perfect historical balance reconstruction and auditable retroactive amendments via immutable payment_revisions.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920240"/>
            <a:ext cx="3328416" cy="411480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11312" y="1920240"/>
            <a:ext cx="3145536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2194560"/>
            <a:ext cx="287121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0F0FF"/>
                </a:solidFill>
              </a:defRPr>
            </a:pPr>
            <a:r>
              <a:t>Zero Drift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</a:defRPr>
            </a:pPr>
            <a:r>
              <a:t>INTEGER MINOR UNITS &amp; KEYS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All balances and amounts are stored as whole integer minor units (cents / 100).</a:t>
            </a:r>
            <a:br/>
            <a:br/>
            <a:r>
              <a:t>5-path distributed idempotency engine tracks Idempotency-Key headers with canonical payload hashes for safe client retries.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WeAreDevelopers × BAND Hackathon 2026</a:t>
            </a:r>
            <a:r>
              <a:rPr sz="1000">
                <a:solidFill>
                  <a:srgbClr val="64748B"/>
                </a:solidFill>
              </a:rPr>
              <a:t>                                                                               github.com/novaecosystems-cloud/Pocketpay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AUTONOMOUS FACTORY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The 3-Seat Band Desktop Factory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Multi-agent collaboration recorded and verified in room.json without human steering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04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28416" cy="411480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3145536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87121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B5CF6"/>
                </a:solidFill>
              </a:defRPr>
            </a:pPr>
            <a:r>
              <a:t>@architect</a:t>
            </a:r>
          </a:p>
          <a:p>
            <a:pPr>
              <a:spcBef>
                <a:spcPts val="400"/>
              </a:spcBef>
              <a:defRPr sz="1000" b="1">
                <a:solidFill>
                  <a:srgbClr val="FFFFFF"/>
                </a:solidFill>
              </a:defRPr>
            </a:pPr>
            <a:r>
              <a:t>LEAD COORDINATOR &amp; PLANNER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• Deconstructs specifications into atomic, verifiable tasks</a:t>
            </a:r>
            <a:br/>
            <a:r>
              <a:t>• Defines schema contracts and balance invariants</a:t>
            </a:r>
            <a:br/>
            <a:r>
              <a:t>• Enforces strict stage boundaries to prevent overshooting</a:t>
            </a:r>
            <a:br/>
            <a:r>
              <a:t>• Dispatches scoped implementation assignments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920240"/>
            <a:ext cx="3328416" cy="411480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17136" y="1920240"/>
            <a:ext cx="3145536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2194560"/>
            <a:ext cx="287121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B5CF6"/>
                </a:solidFill>
              </a:defRPr>
            </a:pPr>
            <a:r>
              <a:t>@implementer</a:t>
            </a:r>
          </a:p>
          <a:p>
            <a:pPr>
              <a:spcBef>
                <a:spcPts val="400"/>
              </a:spcBef>
              <a:defRPr sz="1000" b="1">
                <a:solidFill>
                  <a:srgbClr val="FFFFFF"/>
                </a:solidFill>
              </a:defRPr>
            </a:pPr>
            <a:r>
              <a:t>SYSTEMS &amp; BACKEND ENGINEER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• Builds modular FastAPI services in stage-N/app/</a:t>
            </a:r>
            <a:br/>
            <a:r>
              <a:t>• Implements SQLite WAL mode with 30s busy timeout</a:t>
            </a:r>
            <a:br/>
            <a:r>
              <a:t>• Writes Dockerfiles and executable RUN.md guides</a:t>
            </a:r>
            <a:br/>
            <a:r>
              <a:t>• Commits clean git revisions with traceable SHAs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920240"/>
            <a:ext cx="3328416" cy="411480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11312" y="1920240"/>
            <a:ext cx="3145536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2194560"/>
            <a:ext cx="287121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B5CF6"/>
                </a:solidFill>
              </a:defRPr>
            </a:pPr>
            <a:r>
              <a:t>@reviewer</a:t>
            </a:r>
          </a:p>
          <a:p>
            <a:pPr>
              <a:spcBef>
                <a:spcPts val="400"/>
              </a:spcBef>
              <a:defRPr sz="1000" b="1">
                <a:solidFill>
                  <a:srgbClr val="FFFFFF"/>
                </a:solidFill>
              </a:defRPr>
            </a:pPr>
            <a:r>
              <a:t>QA &amp; COMPLIANCE AUDITOR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• Runs official harness test suites across all stages</a:t>
            </a:r>
            <a:br/>
            <a:r>
              <a:t>• Audits Gate 4 vocabulary compliance (0 leaks)</a:t>
            </a:r>
            <a:br/>
            <a:r>
              <a:t>• Stress-tests edge cases (concurrency, overdrafts)</a:t>
            </a:r>
            <a:br/>
            <a:r>
              <a:t>• Formally certifies milestones upon passing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WeAreDevelopers × BAND Hackathon 2026</a:t>
            </a:r>
            <a:r>
              <a:rPr sz="1000">
                <a:solidFill>
                  <a:srgbClr val="64748B"/>
                </a:solidFill>
              </a:rPr>
              <a:t>                                                                               github.com/novaecosystems-cloud/Pocketpay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PROGRESSIVE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Four Progressive Stages Without Overshoot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Each stage is an isolated, complete containerized service extending previous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05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487168" cy="411480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2304288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212848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B981"/>
                </a:solidFill>
              </a:defRPr>
            </a:pPr>
            <a:r>
              <a:t>Stage 1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CORE LEDGER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Double-entry balance</a:t>
            </a:r>
            <a:br/>
            <a:r>
              <a:t>• SQLite WAL mode</a:t>
            </a:r>
            <a:br/>
            <a:r>
              <a:t>• PBKDF2 authentication</a:t>
            </a:r>
            <a:br/>
            <a:r>
              <a:t>• 5-path idempotency</a:t>
            </a:r>
            <a:br/>
            <a:r>
              <a:t>• P2P transfers &amp; splits</a:t>
            </a:r>
            <a:br/>
            <a:br/>
            <a:r>
              <a:t>147/147 Checks (100%)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1920240"/>
            <a:ext cx="2487168" cy="411480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84448" y="1920240"/>
            <a:ext cx="2304288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103120"/>
            <a:ext cx="2212848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B981"/>
                </a:solidFill>
              </a:defRPr>
            </a:pPr>
            <a:r>
              <a:t>Stage 2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HOLDS &amp; SSR UI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Two-phase authorizations</a:t>
            </a:r>
            <a:br/>
            <a:r>
              <a:t>• Dynamic balance holds</a:t>
            </a:r>
            <a:br/>
            <a:r>
              <a:t>• Available = Total - Held</a:t>
            </a:r>
            <a:br/>
            <a:r>
              <a:t>• SSR HTML interface</a:t>
            </a:r>
            <a:br/>
            <a:r>
              <a:t>• data-testid selectors</a:t>
            </a:r>
            <a:br/>
            <a:br/>
            <a:r>
              <a:t>35/35 Checks (100%)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920240"/>
            <a:ext cx="2487168" cy="411480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45936" y="1920240"/>
            <a:ext cx="2304288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6" y="2103120"/>
            <a:ext cx="2212848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B981"/>
                </a:solidFill>
              </a:defRPr>
            </a:pPr>
            <a:r>
              <a:t>Stage 3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BITEMPORAL REVISIONS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as_of &amp; known_at</a:t>
            </a:r>
            <a:br/>
            <a:r>
              <a:t>• [from, to) statements</a:t>
            </a:r>
            <a:br/>
            <a:r>
              <a:t>• Snapshot pagination</a:t>
            </a:r>
            <a:br/>
            <a:r>
              <a:t>• Retroactive corrections</a:t>
            </a:r>
            <a:br/>
            <a:r>
              <a:t>• Overdraft protection</a:t>
            </a:r>
            <a:br/>
            <a:br/>
            <a:r>
              <a:t>6/6 Checks (100%)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5984" y="1920240"/>
            <a:ext cx="2487168" cy="411480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07424" y="1920240"/>
            <a:ext cx="2304288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3144" y="2103120"/>
            <a:ext cx="2212848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B981"/>
                </a:solidFill>
              </a:defRPr>
            </a:pPr>
            <a:r>
              <a:t>Stage 4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CLEARING &amp; REFUNDS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Receiver refunds</a:t>
            </a:r>
            <a:br/>
            <a:r>
              <a:t>• 32-item operator batch</a:t>
            </a:r>
            <a:br/>
            <a:r>
              <a:t>• Settlement completeness</a:t>
            </a:r>
            <a:br/>
            <a:r>
              <a:t>• Shared recorded_at</a:t>
            </a:r>
            <a:br/>
            <a:r>
              <a:t>• Linked immutability</a:t>
            </a:r>
            <a:br/>
            <a:br/>
            <a:r>
              <a:t>5/5 Checks (100%)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WeAreDevelopers × BAND Hackathon 2026</a:t>
            </a:r>
            <a:r>
              <a:rPr sz="1000">
                <a:solidFill>
                  <a:srgbClr val="64748B"/>
                </a:solidFill>
              </a:rPr>
              <a:t>                                                                               github.com/novaecosystems-cloud/Pocketpay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EVALUATION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100% Perfect Score Across 193 Checks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Official automated test verification results from the Dark Factory test 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06 / 10</a:t>
            </a:r>
          </a:p>
        </p:txBody>
      </p:sp>
      <p:pic>
        <p:nvPicPr>
          <p:cNvPr id="6" name="Picture 5" descr="pocketpay_elevenlabs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10728655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WeAreDevelopers × BAND Hackathon 2026</a:t>
            </a:r>
            <a:r>
              <a:rPr sz="1000">
                <a:solidFill>
                  <a:srgbClr val="64748B"/>
                </a:solidFill>
              </a:rPr>
              <a:t>                                                                               github.com/novaecosystems-cloud/Pocketpay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8B5CF6"/>
                </a:solidFill>
              </a:defRPr>
            </a:pPr>
            <a:r>
              <a:t>TECHNICAL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Dual-Timeline Accounting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Reconstructing historical state with cryptographic fidelity while blocking retroactive overdrafts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07 / 10</a:t>
            </a:r>
          </a:p>
        </p:txBody>
      </p:sp>
      <p:pic>
        <p:nvPicPr>
          <p:cNvPr id="6" name="Picture 5" descr="pocketpay_elevenlabs_mo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10728655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WeAreDevelopers × BAND Hackathon 2026</a:t>
            </a:r>
            <a:r>
              <a:rPr sz="1000">
                <a:solidFill>
                  <a:srgbClr val="64748B"/>
                </a:solidFill>
              </a:rPr>
              <a:t>                                                                               github.com/novaecosystems-cloud/Pocketpay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LIVE PRODUCT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Interactive Web Interface &amp; Swagger APIs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Running live on port 8000 with pre-seeded demo accounts ready for screen recording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08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28416" cy="411480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3145536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87121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Wallet Dashboard</a:t>
            </a:r>
          </a:p>
          <a:p>
            <a:pPr>
              <a:defRPr sz="950" b="1">
                <a:solidFill>
                  <a:srgbClr val="FFFFFF"/>
                </a:solidFill>
              </a:defRPr>
            </a:pPr>
            <a:r>
              <a:t>REAL-TIME BALANCES &amp; ACTIVITY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Dynamic balance: Total, Available, Held</a:t>
            </a:r>
            <a:br/>
            <a:r>
              <a:t>• Instant P2P payments by @handle</a:t>
            </a:r>
            <a:br/>
            <a:r>
              <a:t>• Transaction activity feed with private notes</a:t>
            </a:r>
            <a:br/>
            <a:r>
              <a:t>• High-concurrency SQLite WAL ledger</a:t>
            </a:r>
            <a:br/>
            <a:r>
              <a:t>• Export state &amp; system reset endpoints</a:t>
            </a:r>
            <a:br/>
            <a:r>
              <a:t>• Automated test-friendly data-testid tags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920240"/>
            <a:ext cx="3328416" cy="411480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17136" y="1920240"/>
            <a:ext cx="3145536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2148840"/>
            <a:ext cx="287121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Requests &amp; Holds</a:t>
            </a:r>
          </a:p>
          <a:p>
            <a:pPr>
              <a:defRPr sz="950" b="1">
                <a:solidFill>
                  <a:srgbClr val="FFFFFF"/>
                </a:solidFill>
              </a:defRPr>
            </a:pPr>
            <a:r>
              <a:t>P2P BILL SHARING &amp; TWO-PHASE APIS</a:t>
            </a:r>
          </a:p>
          <a:p>
            <a:pPr>
              <a:spcBef>
                <a:spcPts val="1000"/>
              </a:spcBef>
              <a:defRPr sz="1100">
                <a:solidFill>
                  <a:srgbClr val="94A3B8"/>
                </a:solidFill>
              </a:defRPr>
            </a:pPr>
            <a:r>
              <a:t>• P2P requests: Pay, Decline, and Cancel</a:t>
            </a:r>
            <a:br/>
            <a:r>
              <a:t>• Multi-party bill splits with remainder handling</a:t>
            </a:r>
            <a:br/>
            <a:r>
              <a:t>• Merchant authorizations: 2-phase holds</a:t>
            </a:r>
            <a:br/>
            <a:r>
              <a:t>• Full &amp; partial capture, release/void</a:t>
            </a:r>
            <a:br/>
            <a:r>
              <a:t>• Interactive OpenAPI Swagger at /docs</a:t>
            </a:r>
            <a:br/>
            <a:r>
              <a:t>• Strict RFC 3339 timezone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920240"/>
            <a:ext cx="3328416" cy="411480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11312" y="1920240"/>
            <a:ext cx="3145536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103120"/>
            <a:ext cx="3008376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0FF"/>
                </a:solidFill>
              </a:defRPr>
            </a:pPr>
            <a:r>
              <a:t>🔑 Demo Accounts</a:t>
            </a:r>
          </a:p>
          <a:p>
            <a:pPr>
              <a:defRPr sz="950" b="1">
                <a:solidFill>
                  <a:srgbClr val="FFFFFF"/>
                </a:solidFill>
              </a:defRPr>
            </a:pPr>
            <a:r>
              <a:t>LOGIN PASSWORDS &amp; BALANCES</a:t>
            </a:r>
          </a:p>
          <a:p>
            <a:pPr>
              <a:spcBef>
                <a:spcPts val="600"/>
              </a:spcBef>
              <a:defRPr sz="1100" b="1">
                <a:solidFill>
                  <a:srgbClr val="00F0FF"/>
                </a:solidFill>
              </a:defRPr>
            </a:pPr>
            <a:r>
              <a:t>Alice Demo (@alice) • €1,500.00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Email: alice@demo.com | Pass: Password123!</a:t>
            </a:r>
            <a:br/>
            <a:r>
              <a:t>Avail: €1,455.00 | Held: €45.00 (Active hold)</a:t>
            </a:r>
          </a:p>
          <a:p>
            <a:pPr>
              <a:spcBef>
                <a:spcPts val="600"/>
              </a:spcBef>
              <a:defRPr sz="1100" b="1">
                <a:solidFill>
                  <a:srgbClr val="10B981"/>
                </a:solidFill>
              </a:defRPr>
            </a:pPr>
            <a:r>
              <a:t>Bob Demo (@bob) • €850.00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Email: bob@demo.com | Pass: Password123!</a:t>
            </a:r>
            <a:br/>
            <a:r>
              <a:t>Sent €25.00 dinner, pending concert split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</a:defRPr>
            </a:pPr>
            <a:r>
              <a:t>Carol Demo (@carol) • €500.00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Email: carol@demo.com | Pass: Password123!</a:t>
            </a:r>
            <a:br/>
            <a:r>
              <a:t>Fresh wallet, incoming €18.00 coffee request</a:t>
            </a:r>
          </a:p>
          <a:p>
            <a:pPr>
              <a:spcBef>
                <a:spcPts val="600"/>
              </a:spcBef>
              <a:defRPr sz="950" b="1">
                <a:solidFill>
                  <a:srgbClr val="00F0FF"/>
                </a:solidFill>
              </a:defRPr>
            </a:pPr>
            <a:r>
              <a:t>⚡ Click-to-fill enabled in UI login side 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Live Demo Server: http://127.0.0.1:8000/login</a:t>
            </a:r>
            <a:r>
              <a:rPr sz="1000">
                <a:solidFill>
                  <a:srgbClr val="64748B"/>
                </a:solidFill>
              </a:rPr>
              <a:t>                                                                               Auto-fill side box enabled • All Demo Passwords: Password123!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Autonomous Agent &amp; Embedded FinTech TAM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Capitalizing on the convergence of AI agents and deterministic financial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09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28416" cy="411480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3145536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287121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9E0B"/>
                </a:solidFill>
              </a:defRPr>
            </a:pPr>
            <a:r>
              <a:t>$54B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TAM: EMBEDDED FINTECH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Global SaaS platforms, marketplaces, and gig-economy platforms adding embedded wallets and multi-currency clearing.</a:t>
            </a:r>
            <a:br/>
            <a:br/>
            <a:r>
              <a:t>Demands high-concurrency ledger engines with mathematical double-entry guarantees.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920240"/>
            <a:ext cx="3328416" cy="411480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17136" y="1920240"/>
            <a:ext cx="3145536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2194560"/>
            <a:ext cx="287121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9E0B"/>
                </a:solidFill>
              </a:defRPr>
            </a:pPr>
            <a:r>
              <a:t>$12B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SAM: AGENTIC PAYMENTS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Autonomous AI agents executing API subscriptions, programmatic bidding, and supplier settlement on behalf of enterprises.</a:t>
            </a:r>
            <a:br/>
            <a:br/>
            <a:r>
              <a:t>Requires two-phase authorization holds and strict idempotency keys.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920240"/>
            <a:ext cx="3328416" cy="411480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11312" y="1920240"/>
            <a:ext cx="3145536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2194560"/>
            <a:ext cx="2871216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9E0B"/>
                </a:solidFill>
              </a:defRPr>
            </a:pPr>
            <a:r>
              <a:t>$850M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SOM: DEVELOPER CORE WEDGE</a:t>
            </a:r>
          </a:p>
          <a:p>
            <a:pPr>
              <a:spcBef>
                <a:spcPts val="1400"/>
              </a:spcBef>
              <a:defRPr sz="1200">
                <a:solidFill>
                  <a:srgbClr val="94A3B8"/>
                </a:solidFill>
              </a:defRPr>
            </a:pPr>
            <a:r>
              <a:t>White-label bitemporal wallet engine for gaming micro-economies, creator tipping networks, and peer-to-peer clearing.</a:t>
            </a:r>
            <a:br/>
            <a:br/>
            <a:r>
              <a:t>Zero setup friction, self-contained SQLite WAL backend with instant dockerization.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WeAreDevelopers × BAND Hackathon 2026</a:t>
            </a:r>
            <a:r>
              <a:rPr sz="1000">
                <a:solidFill>
                  <a:srgbClr val="64748B"/>
                </a:solidFill>
              </a:rPr>
              <a:t>                                                                               github.com/novaecosystems-cloud/Pocketpay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0F0FF"/>
                </a:solidFill>
              </a:defRPr>
            </a:pPr>
            <a:r>
              <a:t>SUMMARY &amp;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Certified, Pushed &amp; Competition Ready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Everything required for the WeAreDevelopers × BAND AI Dark Factory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57200"/>
            <a:ext cx="9144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200" b="1">
                <a:solidFill>
                  <a:srgbClr val="64748B"/>
                </a:solidFill>
              </a:defRPr>
            </a:pPr>
            <a:r>
              <a:t>10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11480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493776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0FF"/>
                </a:solidFill>
              </a:defRPr>
            </a:pPr>
            <a:r>
              <a:t>Hackathon Compliance Checklist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ALL CRITERIA 100% SATISFIED</a:t>
            </a:r>
          </a:p>
          <a:p>
            <a:pPr>
              <a:spcBef>
                <a:spcPts val="1200"/>
              </a:spcBef>
              <a:defRPr sz="1250">
                <a:solidFill>
                  <a:srgbClr val="94A3B8"/>
                </a:solidFill>
              </a:defRPr>
            </a:pPr>
            <a:r>
              <a:t>✔ Public GitHub Repo: Live, public, and clonable</a:t>
            </a:r>
            <a:br/>
            <a:r>
              <a:t>✔ Official Band Session: Downloaded as room.json</a:t>
            </a:r>
            <a:br/>
            <a:r>
              <a:t>✔ 3 Generic Mandates: architect.md, implementer.md, reviewer.md</a:t>
            </a:r>
            <a:br/>
            <a:r>
              <a:t>✔ 4 Stage Folders: stage-1/ through stage-4/ buildable</a:t>
            </a:r>
            <a:br/>
            <a:r>
              <a:t>✔ 100% Test Pass Rate: 193/193 automated checks passed</a:t>
            </a:r>
            <a:br/>
            <a:r>
              <a:t>✔ Gate 4 Compliant: 0 vocabulary leaks in mandates</a:t>
            </a:r>
            <a:br/>
            <a:r>
              <a:t>✔ Gate 3 Compliant: Zero stage overshooting (overshoot: null)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120640" cy="411480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920240"/>
            <a:ext cx="4937760" cy="4572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103120"/>
            <a:ext cx="466344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0FF"/>
                </a:solidFill>
              </a:defRPr>
            </a:pPr>
            <a:r>
              <a:t>Repository &amp; Live Access</a:t>
            </a:r>
          </a:p>
          <a:p>
            <a:pPr>
              <a:defRPr sz="950" b="1">
                <a:solidFill>
                  <a:srgbClr val="FFFFFF"/>
                </a:solidFill>
              </a:defRPr>
            </a:pPr>
            <a:r>
              <a:t>SUBMISSION LINKS &amp; DEMO LOGINS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GitHub Submission Repository:</a:t>
            </a:r>
            <a:br/>
            <a:r>
              <a:t>  https://github.com/novaecosystems-cloud/Pocketpay</a:t>
            </a:r>
            <a:br/>
            <a:br/>
            <a:r>
              <a:t>• Live Local Demo Application: http://127.0.0.1:8000</a:t>
            </a:r>
            <a:br/>
            <a:r>
              <a:t>• Interactive OpenAPI Swagger: http://127.0.0.1:8000/docs</a:t>
            </a:r>
            <a:br/>
            <a:r>
              <a:t>• Team: Nova (@novaecosystems), @architect, @implementer, @reviewer</a:t>
            </a:r>
            <a:br/>
            <a:br/>
            <a:r>
              <a:t>🔑 Pre-Seeded Demo Logins (Password for all: Password123!):</a:t>
            </a:r>
            <a:br/>
            <a:r>
              <a:t>  - Alice (@alice): alice@demo.com (€1,500.00 / Primary demo)</a:t>
            </a:r>
            <a:br/>
            <a:r>
              <a:t>  - Bob (@bob): bob@demo.com (€850.00 / P2P recipient)</a:t>
            </a:r>
            <a:br/>
            <a:r>
              <a:t>  - Carol (@carol): carol@demo.com (€500.00 / Split requester)</a:t>
            </a:r>
            <a:br/>
            <a:r>
              <a:t>  *Sidebar click-to-fill active on login screen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WeAreDevelopers × BAND Hackathon 2026</a:t>
            </a:r>
            <a:r>
              <a:rPr sz="1000">
                <a:solidFill>
                  <a:srgbClr val="64748B"/>
                </a:solidFill>
              </a:rPr>
              <a:t>                                                                               github.com/novaecosystems-cloud/Pocketpay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